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25EC-51FC-D258-F0D3-B3AB791F8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6C0B7-9E35-F4EF-CE84-C4AACD2F7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A76DA-758B-6214-A47C-8056D13C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68E3-B69A-4BAC-904A-AE02F775EC5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790CF-D79A-6495-B2E4-C555422F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A6191-6BD6-D6BE-0BDB-2FC163A0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73C45-5A17-41DB-ACE2-50618ABF4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3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C81A-7EA4-EEE0-2442-851CBA7B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070B2-960D-C1E9-FADF-0A8984637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1DF79-4B63-A9E6-E151-966C6E954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68E3-B69A-4BAC-904A-AE02F775EC5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21539-03E9-5BFD-9529-FBB536BE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D578D-C37B-36EB-FC44-F3D44E1F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73C45-5A17-41DB-ACE2-50618ABF4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8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CE863-DAA2-E5C4-78AE-A0E7B7596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6E7A2-BFDF-7257-DD2C-5497FF670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5CE8E-B428-C034-E3D8-494B7BDB3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68E3-B69A-4BAC-904A-AE02F775EC5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878C-4121-2D89-B3FF-6BD289A0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CCC95-B59A-4C35-F3B4-9163EDBE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73C45-5A17-41DB-ACE2-50618ABF4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435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55F0-AA04-CDBA-C885-632BA4E38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77FB5-92EE-D422-BCA9-51C308CF7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5FE05-69D9-B8A4-E376-EE6A97A0E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0DCA2-8BE4-1A8C-EDAE-7B0AD261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68E3-B69A-4BAC-904A-AE02F775EC5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0CF7F-CF00-D098-1996-224086CF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867D1-09C8-8F30-50AA-98ACC8A7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73C45-5A17-41DB-ACE2-50618ABF4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8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B8F70-D02F-1039-07DC-9C20E9437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EB218-A618-C98A-56A0-A920FBDE9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FD349-ED4C-ECAE-0FE7-99A662812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9A1AD-2B42-CE1F-71AB-5C5582C13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616D3-AF36-A767-B825-5732842571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5843F-E7E6-90A3-69AF-5D74846CA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68E3-B69A-4BAC-904A-AE02F775EC5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60F907-9D1C-F7EE-BC28-545C913EE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1E7F2E-BE59-3F0D-9A06-50B8E0B7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73C45-5A17-41DB-ACE2-50618ABF4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10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68B2-E433-20CB-AAD9-AE588B9F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9ABA9-A22B-4560-EC7E-3D2E7255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68E3-B69A-4BAC-904A-AE02F775EC5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E539A-6FE1-D6A4-FC62-35882B4A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E8A56-D292-350B-DF42-9D84962F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73C45-5A17-41DB-ACE2-50618ABF4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56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F48754-4A35-7DBA-19D0-B1695D82A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68E3-B69A-4BAC-904A-AE02F775EC5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8E813-738F-967F-06F2-F5D66ACD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CAF52-4F59-8062-306C-8600567B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73C45-5A17-41DB-ACE2-50618ABF4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48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7328-1CF5-6C3E-55A0-E85DBFFF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2B997-A27A-9767-6D43-5817F47DD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3E4A5-A4BE-DF79-DB49-8657E72C8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FA697-BCCC-2A22-9E8F-488273A5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68E3-B69A-4BAC-904A-AE02F775EC5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8CA3F-294E-4763-98E3-B11D639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5BA28-0AF3-4A36-49CA-97FDD0872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73C45-5A17-41DB-ACE2-50618ABF4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42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B052-B232-AB8A-8F79-049CD398D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FFF0FD-48B1-395B-244E-221AB8F77D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15FA8-8550-7ACE-5313-681CF0C21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4367B-B934-2C7D-10A6-1BB179991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68E3-B69A-4BAC-904A-AE02F775EC5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D8ACF-280D-C2C3-59F7-25D6C4EA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F1566-0DC8-8A1C-4AC3-4EBF8ED2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73C45-5A17-41DB-ACE2-50618ABF4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160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D586-8000-7804-FD25-4F580043C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B61831-D49C-B8E7-DCD6-5EB8EBEBC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C8A2A-7082-3C68-4F5C-4CB17A67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68E3-B69A-4BAC-904A-AE02F775EC5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CED33-A873-9CE5-A7C8-E013B992E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1475C-C8D7-52D0-A43A-D8BE98D7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73C45-5A17-41DB-ACE2-50618ABF4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05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8C799D-C2A8-638C-94A8-B599FA3CF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3BEC3-EB4C-A44D-0C4F-07B10D23F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8DC86-DD7A-49CC-6C99-3E3133A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68E3-B69A-4BAC-904A-AE02F775EC5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6A9A3-8781-C4DB-E80A-2D2EAA566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0AAFF-4215-011C-B340-D07377DA8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73C45-5A17-41DB-ACE2-50618ABF4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435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871970-8B1E-E292-394B-833D4A7A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E29BF-0001-9CA0-1559-32C151CB2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6A9F7-F323-68D7-0CEA-2CB08700A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768E3-B69A-4BAC-904A-AE02F775EC5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B25C1-2908-7DAB-A84E-4E84603E1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F7890-748E-D1E8-7676-233D04347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573C45-5A17-41DB-ACE2-50618ABF4A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23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99D2-9E0B-165D-E9A3-0909740EC1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B4292-3408-A90A-8127-431E48CDB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295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ACE6E7-899E-505E-8081-A073FC0061E9}"/>
              </a:ext>
            </a:extLst>
          </p:cNvPr>
          <p:cNvSpPr/>
          <p:nvPr/>
        </p:nvSpPr>
        <p:spPr>
          <a:xfrm>
            <a:off x="1209368" y="1179871"/>
            <a:ext cx="4840914" cy="1868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72154A-F0F9-807C-0C5C-A8E557B37D21}"/>
              </a:ext>
            </a:extLst>
          </p:cNvPr>
          <p:cNvSpPr/>
          <p:nvPr/>
        </p:nvSpPr>
        <p:spPr>
          <a:xfrm>
            <a:off x="6284044" y="1179871"/>
            <a:ext cx="4698588" cy="1868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E1886-847C-A328-2C06-10239B66F85C}"/>
              </a:ext>
            </a:extLst>
          </p:cNvPr>
          <p:cNvSpPr txBox="1"/>
          <p:nvPr/>
        </p:nvSpPr>
        <p:spPr>
          <a:xfrm>
            <a:off x="1415846" y="1632155"/>
            <a:ext cx="530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V1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1C936-7B6B-BFDF-3DEF-0D8D6B3673DD}"/>
              </a:ext>
            </a:extLst>
          </p:cNvPr>
          <p:cNvSpPr txBox="1"/>
          <p:nvPr/>
        </p:nvSpPr>
        <p:spPr>
          <a:xfrm>
            <a:off x="4397478" y="1858919"/>
            <a:ext cx="530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Q1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A7CB1-3586-5CFB-3D55-85A8F8D84498}"/>
              </a:ext>
            </a:extLst>
          </p:cNvPr>
          <p:cNvSpPr txBox="1"/>
          <p:nvPr/>
        </p:nvSpPr>
        <p:spPr>
          <a:xfrm>
            <a:off x="6581224" y="1396181"/>
            <a:ext cx="530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V2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8CC4C8-B179-0CB6-E2D9-438BE4C5E63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807974" y="1580847"/>
            <a:ext cx="1773250" cy="42064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F2730F-82D7-6BE0-54E1-821E032BFC1D}"/>
              </a:ext>
            </a:extLst>
          </p:cNvPr>
          <p:cNvCxnSpPr>
            <a:cxnSpLocks/>
          </p:cNvCxnSpPr>
          <p:nvPr/>
        </p:nvCxnSpPr>
        <p:spPr>
          <a:xfrm flipH="1" flipV="1">
            <a:off x="1818968" y="1816821"/>
            <a:ext cx="2578510" cy="18466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A61BD4C-E228-9F41-9071-049AA34F7076}"/>
              </a:ext>
            </a:extLst>
          </p:cNvPr>
          <p:cNvSpPr txBox="1"/>
          <p:nvPr/>
        </p:nvSpPr>
        <p:spPr>
          <a:xfrm>
            <a:off x="3165987" y="366130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Approximate Nearest Neighbour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40A559-1BEE-F4A7-88C0-6DBDBDDAB721}"/>
              </a:ext>
            </a:extLst>
          </p:cNvPr>
          <p:cNvSpPr txBox="1"/>
          <p:nvPr/>
        </p:nvSpPr>
        <p:spPr>
          <a:xfrm>
            <a:off x="1209368" y="3295192"/>
            <a:ext cx="977326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ANN finds the most suitable neighbourhood based on which Centre of Neighbourhood, (C1 or C2) and then returns the nearest V1 to the query Q1. </a:t>
            </a:r>
          </a:p>
          <a:p>
            <a:endParaRPr lang="en-GB" sz="1000" dirty="0"/>
          </a:p>
          <a:p>
            <a:r>
              <a:rPr lang="en-GB" sz="2400" dirty="0"/>
              <a:t>However, V2 is closer but in the next neighbourhood and will not form part of the search results.</a:t>
            </a:r>
          </a:p>
          <a:p>
            <a:endParaRPr lang="en-GB" sz="1000" dirty="0"/>
          </a:p>
          <a:p>
            <a:r>
              <a:rPr lang="en-GB" sz="2400" dirty="0"/>
              <a:t>This is the ‘border problem’.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B0871F-0697-6969-8F43-A07B0A8811EE}"/>
              </a:ext>
            </a:extLst>
          </p:cNvPr>
          <p:cNvSpPr txBox="1"/>
          <p:nvPr/>
        </p:nvSpPr>
        <p:spPr>
          <a:xfrm>
            <a:off x="3079956" y="2001487"/>
            <a:ext cx="530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E22AC1-D4C6-72A0-3DDE-ABD716C76EC3}"/>
              </a:ext>
            </a:extLst>
          </p:cNvPr>
          <p:cNvSpPr txBox="1"/>
          <p:nvPr/>
        </p:nvSpPr>
        <p:spPr>
          <a:xfrm>
            <a:off x="8180438" y="1960531"/>
            <a:ext cx="530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26522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64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Craig West</dc:creator>
  <cp:lastModifiedBy>Craig West</cp:lastModifiedBy>
  <cp:revision>2</cp:revision>
  <dcterms:created xsi:type="dcterms:W3CDTF">2026-01-30T07:50:04Z</dcterms:created>
  <dcterms:modified xsi:type="dcterms:W3CDTF">2026-01-30T08:00:18Z</dcterms:modified>
</cp:coreProperties>
</file>